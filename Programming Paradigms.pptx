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7/31/2024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7/31/2024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7/31/2024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7/31/2024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7/31/2024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7/31/2024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7/31/2024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www.voelter.de/data/pub/ProgramGeneration.pdf"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295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438400"/>
            <a:ext cx="8624937" cy="32624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err="1">
                <a:solidFill>
                  <a:schemeClr val="accent6"/>
                </a:solidFill>
              </a:rPr>
              <a:t>FluentValidations</a:t>
            </a:r>
            <a:r>
              <a:rPr lang="en-US" sz="2000" kern="0" spc="-220" dirty="0">
                <a:solidFill>
                  <a:schemeClr val="accent6"/>
                </a:solidFill>
              </a:rPr>
              <a:t>(</a:t>
            </a:r>
            <a:r>
              <a:rPr lang="en-US" sz="2000" kern="0" spc="-220" dirty="0">
                <a:solidFill>
                  <a:schemeClr val="accent6"/>
                </a:solidFill>
                <a:hlinkClick r:id="rId10"/>
              </a:rPr>
              <a:t>https://docs.fluentvalidation.net/en/latest/</a:t>
            </a:r>
            <a:r>
              <a:rPr lang="en-US" sz="2000" kern="0" spc="-220" dirty="0">
                <a:solidFill>
                  <a:schemeClr val="accent6"/>
                </a:solidFill>
              </a:rPr>
              <a:t> ) is another library built using Fluent API concepts mainly for validations. Its something similar to </a:t>
            </a:r>
            <a:r>
              <a:rPr lang="en-US" sz="2000" kern="0" spc="-220" dirty="0" err="1">
                <a:solidFill>
                  <a:schemeClr val="accent6"/>
                </a:solidFill>
              </a:rPr>
              <a:t>Persistance</a:t>
            </a:r>
            <a:r>
              <a:rPr lang="en-US" sz="2000" kern="0" spc="-220" dirty="0">
                <a:solidFill>
                  <a:schemeClr val="accent6"/>
                </a:solidFill>
              </a:rPr>
              <a:t> Ignorance since it provides Validation Ignorance w.r.t domain objects.</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2775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Generation Performance Improvement –</a:t>
            </a:r>
          </a:p>
          <a:p>
            <a:pPr algn="l"/>
            <a:r>
              <a:rPr lang="en-US" sz="1800" kern="0" spc="-220" dirty="0">
                <a:solidFill>
                  <a:schemeClr val="accent6"/>
                </a:solidFill>
              </a:rPr>
              <a:t>Mainly done via some In-Memory Caching </a:t>
            </a:r>
          </a:p>
          <a:p>
            <a:pPr algn="l"/>
            <a:endParaRPr lang="en-US" sz="1800" kern="0" spc="-220" dirty="0">
              <a:solidFill>
                <a:schemeClr val="accent6"/>
              </a:solidFill>
            </a:endParaRPr>
          </a:p>
          <a:p>
            <a:pPr algn="l"/>
            <a:r>
              <a:rPr lang="en-US" sz="1800" kern="0" spc="-220" dirty="0">
                <a:solidFill>
                  <a:schemeClr val="accent6"/>
                </a:solidFill>
              </a:rPr>
              <a:t>By the way, </a:t>
            </a:r>
            <a:r>
              <a:rPr lang="en-US" sz="1800" kern="0" spc="-220" dirty="0" err="1">
                <a:solidFill>
                  <a:schemeClr val="accent6"/>
                </a:solidFill>
              </a:rPr>
              <a:t>Automapper</a:t>
            </a:r>
            <a:r>
              <a:rPr lang="en-US" sz="1800" kern="0" spc="-220" dirty="0">
                <a:solidFill>
                  <a:schemeClr val="accent6"/>
                </a:solidFill>
              </a:rPr>
              <a:t>(</a:t>
            </a:r>
            <a:r>
              <a:rPr lang="en-US" sz="1800" kern="0" spc="-220" dirty="0">
                <a:solidFill>
                  <a:schemeClr val="accent6"/>
                </a:solidFill>
                <a:hlinkClick r:id="rId13"/>
              </a:rPr>
              <a:t>https://www.bytehide.com/blog/automapper-csharp</a:t>
            </a:r>
            <a:r>
              <a:rPr lang="en-US" sz="1800" kern="0" spc="-220" dirty="0">
                <a:solidFill>
                  <a:schemeClr val="accent6"/>
                </a:solidFill>
              </a:rPr>
              <a:t>) which is a  pretty cool library w.r.t object mapping, is build using mainly Reflection.</a:t>
            </a:r>
          </a:p>
          <a:p>
            <a:pPr algn="l"/>
            <a:endParaRPr lang="en-US" sz="1800" kern="0" spc="-220" dirty="0">
              <a:solidFill>
                <a:schemeClr val="accent6"/>
              </a:solidFill>
            </a:endParaRPr>
          </a:p>
          <a:p>
            <a:pPr algn="l"/>
            <a:r>
              <a:rPr lang="en-US" sz="1800" kern="0" spc="-220" dirty="0">
                <a:solidFill>
                  <a:schemeClr val="accent6"/>
                </a:solidFill>
              </a:rPr>
              <a:t>For Further Exploration –</a:t>
            </a:r>
            <a:r>
              <a:rPr lang="en-US" sz="2000" kern="0" spc="-220" dirty="0">
                <a:solidFill>
                  <a:schemeClr val="accent6"/>
                </a:solidFill>
              </a:rPr>
              <a:t> </a:t>
            </a:r>
          </a:p>
          <a:p>
            <a:pPr algn="l"/>
            <a:r>
              <a:rPr lang="en-US" sz="1800" kern="0" spc="-220" dirty="0">
                <a:solidFill>
                  <a:schemeClr val="accent6"/>
                </a:solidFill>
                <a:hlinkClick r:id="rId14"/>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013368132"/>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15056</TotalTime>
  <Words>8662</Words>
  <Application>Microsoft Office PowerPoint</Application>
  <PresentationFormat>Custom</PresentationFormat>
  <Paragraphs>1042</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902</cp:revision>
  <dcterms:created xsi:type="dcterms:W3CDTF">2020-11-03T17:16:52Z</dcterms:created>
  <dcterms:modified xsi:type="dcterms:W3CDTF">2024-07-31T03:58:57Z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