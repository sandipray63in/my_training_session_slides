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9/17/2024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9/17/2024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13" Type="http://schemas.openxmlformats.org/officeDocument/2006/relationships/hyperlink" Target="https://medium.com/@rajeshdavid/how-does-a-graphql-service-work-internally-496dc9264096"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kern="0" spc="-220" dirty="0">
                <a:solidFill>
                  <a:schemeClr val="accent2"/>
                </a:solidFill>
                <a:hlinkClick r:id="rId8"/>
              </a:rPr>
              <a:t>https://www.linkedin.com/posts/curiouslearner_softwaredevelopment-network-technology-activity-7186228909519077376-PMns/</a:t>
            </a:r>
            <a:r>
              <a:rPr lang="en-US" sz="1500" kern="0" spc="-220" dirty="0">
                <a:solidFill>
                  <a:schemeClr val="accent2"/>
                </a:solidFill>
              </a:rPr>
              <a:t> </a:t>
            </a:r>
          </a:p>
          <a:p>
            <a:pPr algn="l"/>
            <a:r>
              <a:rPr lang="en-US" sz="1500" kern="0" spc="-220" dirty="0">
                <a:solidFill>
                  <a:schemeClr val="accent2"/>
                </a:solidFill>
                <a:hlinkClick r:id="rId9"/>
              </a:rPr>
              <a:t>https://www.packtpub.com/product/hands-on-network-programming-with-c-and-net-core/9781789340761</a:t>
            </a:r>
            <a:r>
              <a:rPr lang="en-US" sz="1500" kern="0" spc="-220" dirty="0">
                <a:solidFill>
                  <a:schemeClr val="accent2"/>
                </a:solidFill>
              </a:rPr>
              <a:t> </a:t>
            </a:r>
          </a:p>
          <a:p>
            <a:pPr algn="l"/>
            <a:r>
              <a:rPr lang="en-US" sz="1500" kern="0" spc="-220" dirty="0">
                <a:solidFill>
                  <a:schemeClr val="accent2"/>
                </a:solidFill>
                <a:hlinkClick r:id="rId10"/>
              </a:rPr>
              <a:t>https://learn.microsoft.com/en-us/dotnet/fundamentals/networking/overview</a:t>
            </a:r>
            <a:endParaRPr lang="en-US" sz="1500" kern="0" spc="-220" dirty="0">
              <a:solidFill>
                <a:schemeClr val="accent2"/>
              </a:solidFill>
            </a:endParaRPr>
          </a:p>
          <a:p>
            <a:pPr algn="l"/>
            <a:r>
              <a:rPr lang="en-US" sz="1500" kern="0" spc="-220" dirty="0">
                <a:solidFill>
                  <a:schemeClr val="accent2"/>
                </a:solidFill>
                <a:hlinkClick r:id="rId11"/>
              </a:rPr>
              <a:t>https://hpbn.co/</a:t>
            </a:r>
            <a:r>
              <a:rPr lang="en-US" sz="1500" kern="0" spc="-220" dirty="0">
                <a:solidFill>
                  <a:schemeClr val="accent2"/>
                </a:solidFill>
              </a:rPr>
              <a:t> </a:t>
            </a:r>
          </a:p>
          <a:p>
            <a:pPr algn="l"/>
            <a:r>
              <a:rPr lang="en-US" sz="1500" kern="0" spc="-220">
                <a:solidFill>
                  <a:schemeClr val="accent2"/>
                </a:solidFill>
                <a:hlinkClick r:id="rId12"/>
              </a:rPr>
              <a:t>https://stackoverflow.com/questions/4263116/wireshark-vs-firebug-vs-fiddler-pros-and-cons</a:t>
            </a:r>
            <a:r>
              <a:rPr lang="en-US" sz="1500" kern="0" spc="-220">
                <a:solidFill>
                  <a:schemeClr val="accent2"/>
                </a:solidFill>
              </a:rPr>
              <a:t> </a:t>
            </a:r>
            <a:endParaRPr lang="en-US" sz="15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4465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500" kern="0" spc="-220" dirty="0">
                <a:solidFill>
                  <a:schemeClr val="accent6"/>
                </a:solidFill>
              </a:rPr>
              <a:t> </a:t>
            </a:r>
            <a:r>
              <a:rPr lang="en-US" sz="1500" kern="0" spc="-220" dirty="0">
                <a:solidFill>
                  <a:schemeClr val="accent6"/>
                </a:solidFill>
                <a:hlinkClick r:id="rId9"/>
              </a:rPr>
              <a:t>https://martinfowler.com/dsl.html</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0"/>
              </a:rPr>
              <a:t>https://pragprog.com/titles/tpdsl/language-implementation-patterns/</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1"/>
              </a:rPr>
              <a:t>https://www.syncfusion.com/succinctly-free-ebooks/implementing-a-custom-language</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2"/>
              </a:rPr>
              <a:t>https://www.syncfusion.com/succinctly-free-ebooks/writing-native-mobile-apps-in-a-functional-language-succinctly</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3"/>
              </a:rPr>
              <a:t>https://medium.com/@rajeshdavid/how-does-a-graphql-service-work-internally-496dc9264096</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15090</TotalTime>
  <Words>8894</Words>
  <Application>Microsoft Office PowerPoint</Application>
  <PresentationFormat>Custom</PresentationFormat>
  <Paragraphs>1050</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919</cp:revision>
  <dcterms:created xsi:type="dcterms:W3CDTF">2020-11-03T17:16:52Z</dcterms:created>
  <dcterms:modified xsi:type="dcterms:W3CDTF">2024-09-17T04:29:49Z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